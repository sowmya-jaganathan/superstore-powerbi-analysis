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830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025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262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24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936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481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236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553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220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6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4261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8510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4147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234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1524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9944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077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1058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964267"/>
            <a:ext cx="6629401" cy="2421464"/>
          </a:xfrm>
        </p:spPr>
        <p:txBody>
          <a:bodyPr/>
          <a:lstStyle/>
          <a:p>
            <a:r>
              <a:rPr dirty="0"/>
              <a:t>Superstore Sales</a:t>
            </a:r>
            <a:r>
              <a:rPr lang="en-IN" dirty="0"/>
              <a:t> </a:t>
            </a:r>
            <a:r>
              <a:rPr dirty="0"/>
              <a:t>Insights with Power BI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Dashboard, DAX Measures &amp; Business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Analyzed the Superstore dataset using Power BI to uncover actionable business insights.</a:t>
            </a:r>
          </a:p>
          <a:p>
            <a:pPr marL="0" indent="0">
              <a:buNone/>
            </a:pPr>
            <a:r>
              <a:rPr dirty="0"/>
              <a:t>• Built interactive dashboards with slicers, KPIs, and visualizations.</a:t>
            </a:r>
          </a:p>
          <a:p>
            <a:pPr marL="0" indent="0">
              <a:buNone/>
            </a:pPr>
            <a:r>
              <a:rPr dirty="0"/>
              <a:t>• Applied DAX for dynamic calculations and data modeling.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Sales &amp; Profit Analysis</a:t>
            </a:r>
          </a:p>
          <a:p>
            <a:r>
              <a:t>• Regional Performance Breakdown</a:t>
            </a:r>
          </a:p>
          <a:p>
            <a:r>
              <a:t>• Top &amp; Bottom Performing Products</a:t>
            </a:r>
          </a:p>
          <a:p>
            <a:r>
              <a:t>• Customer Segment Trends</a:t>
            </a:r>
          </a:p>
          <a:p>
            <a:r>
              <a:t>• Shipping Mode &amp; Order Priority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DAX Measures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Calculated Measures:</a:t>
            </a:r>
          </a:p>
          <a:p>
            <a:r>
              <a:t>Total Sales = SUM(Orders[Sales])</a:t>
            </a:r>
          </a:p>
          <a:p>
            <a:r>
              <a:t>Total Profit = SUM(Orders[Profit])</a:t>
            </a:r>
          </a:p>
          <a:p>
            <a:r>
              <a:t>Total Orders = COUNTROWS(Orders)</a:t>
            </a:r>
          </a:p>
          <a:p>
            <a:r>
              <a:t>Profit Margin % = DIVIDE([Total Profit], [Total Sales])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DAX: Dimension Tables Created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Customers = DISTINCT(...)</a:t>
            </a:r>
          </a:p>
          <a:p>
            <a:r>
              <a:t>Products = DISTINCT(...)</a:t>
            </a:r>
          </a:p>
          <a:p>
            <a:r>
              <a:t>Regions = DISTINCT(...)</a:t>
            </a:r>
          </a:p>
          <a:p>
            <a:r>
              <a:t>Shipping = DISTINCT(...)</a:t>
            </a:r>
          </a:p>
          <a:p>
            <a:r>
              <a:t>OrderPriority = DISTINCT(...)</a:t>
            </a:r>
          </a:p>
          <a:p>
            <a:r>
              <a:t>Date = CALENDAR(...) with Year, Month, Quarter columns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Skills Applied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Skills Applied: Data Cleaning, Data Modeling, DAX, Power BI Visualizations</a:t>
            </a:r>
          </a:p>
          <a:p>
            <a:r>
              <a:t>• Business stakeholders can make informed decisions based on interactive insights</a:t>
            </a:r>
          </a:p>
          <a:p>
            <a:r>
              <a:t>• Strong focus on usability, visual design, and performance KPIs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61DDDE80-2DFA-4F2A-B66F-72059846BD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3</TotalTime>
  <Words>202</Words>
  <Application>Microsoft Office PowerPoint</Application>
  <PresentationFormat>On-screen Show (4:3)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Celestial</vt:lpstr>
      <vt:lpstr>Superstore Sales Insights with Power BI</vt:lpstr>
      <vt:lpstr>Project Overview</vt:lpstr>
      <vt:lpstr>Key Features</vt:lpstr>
      <vt:lpstr>DAX Measures Overview</vt:lpstr>
      <vt:lpstr>DAX: Dimension Tables Created</vt:lpstr>
      <vt:lpstr>Conclusion &amp; Skills Applied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sowmya jaganathan</cp:lastModifiedBy>
  <cp:revision>2</cp:revision>
  <dcterms:created xsi:type="dcterms:W3CDTF">2013-01-27T09:14:16Z</dcterms:created>
  <dcterms:modified xsi:type="dcterms:W3CDTF">2025-04-14T03:34:17Z</dcterms:modified>
  <cp:category/>
</cp:coreProperties>
</file>